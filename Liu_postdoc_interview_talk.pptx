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F2A30"/>
                </a:solidFill>
                <a:latin typeface="+mn-lt"/>
              </a:rPr>
              <a:t>Telic (endpoint) descriptions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English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Cutting</c:v>
                  </c:pt>
                  <c:pt idx="1">
                    <c:v>Blending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79.2</c:v>
                </c:pt>
                <c:pt idx="1">
                  <c:v>16.6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Mandarin</c:v>
                </c:pt>
              </c:strCache>
            </c:strRef>
          </c:tx>
          <c:spPr>
            <a:solidFill>
              <a:srgbClr val="D9703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Cutting</c:v>
                  </c:pt>
                  <c:pt idx="1">
                    <c:v>Blending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51.2</c:v>
                </c:pt>
                <c:pt idx="1">
                  <c:v>43.7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8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F2A30"/>
                </a:solidFill>
                <a:latin typeface="+mn-lt"/>
              </a:rPr>
              <a:t>Exp 2: detecting interruptions in blending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English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Early</c:v>
                  </c:pt>
                  <c:pt idx="1">
                    <c:v>Late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79.3</c:v>
                </c:pt>
                <c:pt idx="1">
                  <c:v>63.3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Mandarin</c:v>
                </c:pt>
              </c:strCache>
            </c:strRef>
          </c:tx>
          <c:spPr>
            <a:solidFill>
              <a:srgbClr val="D9703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Early</c:v>
                  </c:pt>
                  <c:pt idx="1">
                    <c:v>Late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58.5</c:v>
                </c:pt>
                <c:pt idx="1">
                  <c:v>79.7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8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Thank you for having me.
2. I will show how my work on event language in adults and children leads to the question I want to pursue in your group.
3. That question is how language helps children learn relations.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Mandarin gives a clean contrast: cā names only the action; cā-gānjìng names the action and its result.
2. My work asks whether this kind of difference matters for cognition.
3. Part one: adults, in my PhD.
4. Part two: children, with Yue Ji. Part three: three directions that grow out of the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Matched videos of the same object being cut or blended.
2. Cutting has a clear endpoint; blending does not. Norming confirmed this.
3. Step 1: how speakers describe the events (20 English, 20 Mandarin).
4. Step 2: whether processing differs in the same direction (interruption detection 64 + 64; boundary tapping 20 + 20). Step 3: whether brief language cues can shift it (60 + 60; 36 + 36).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Telicity shows a crossover: English is more telic for cutting (79% vs. 51%), Mandarin for blending (44% vs. 17%).
2. English speakers mark the object with quantized noun phrases (68% vs. 13%).
3. Mandarin speakers use resultatives for blending (44% vs. 17%).
4. So the two languages make different parts of the same event prominent.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Interruption detection: English speakers caught early interruptions in blending better, Mandarin speakers late ones (χ²(2) = 6.46, p = .040).
2. This mirrors object marking versus result marking.
3. Boundary tapping: English speakers ended cutting events near the physical endpoint, Mandarin speakers almost a second later (95% CI [−1455, −268] ms).
4. This matches the stronger English telicity for cutting.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Part of the cross-linguistic pattern replicated.
2. The preregistered priming predictions were not supported; the Bayes factor favours the null for the key interaction.
3. So the link is real, but a one-off cue does not produce it.
4. If language shapes event representation, it more likely does so over time, through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Children often reject “she peeled the lychee” when it is not open, more than adults do.
2. We propose this depends on the specific action–result relation: peeling very likely opens a lychee, squeezing less so.
3. Ten matched pairs, 40 videos; 32 four-year-olds, 32 five-year-olds and 40 adults per experiment; adult ratings of likelihood and typicality as predictors.
4. [Main result here, or: data are collected and analysis is in progress.] So I already test children on action–result events, with videos and ratings I can reuse.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The thesis shows a correspondence between language and event processing in adults, but not where it comes from.
2. Question 1: when do these differences emerge in development? That is Direction 1.
3. Question 2: brief primes did not work, so can sustained language change processing? That is Direction 2.
4. Question 3: is linguistic input alone enough to produce these patterns? Language models let us test that, Direction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Mandarin- and English-speaking children aged 3–6 see the same cutting and blending videos as the adults in my thesis; the English sample can build on the center’s cross-cultural partners.
2. Each child first describes the events, which gives an individual encoding profile: resultatives, quantized nouns, telic descriptions.
3. Processing is measured with a child-friendly boundary task (“tap when it’s done”) and anticipatory looking to the end state, which also works for the youngest children.
4. Key tests: the age at which group differences appear; whether a child’s own resultative use predicts endpoint placement beyond age and vocabulary; and a 6-month follow-up with a cross-lagged model to see whether language change comes before processing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In the thesis, brief lexical and phrasal primes did not shift processing (BF₀₁ ≈ 1000). My own conclusion was to test sustained, task-relevant language instead.
2. Design: pre-test, three training sessions, post-test. Mandarin children watch events described with result language (切开了, 搅碎了), action language (切一切, 搅一搅), or no language.
3. Tests: boundary tapping and interruption detection on new videos, plus transfer to new event types such as peeling and folding.
4. Prediction: result training moves endpoints toward the result state. Transfer to new event types would show that children learned “result” as a relation across events, which links to your work on relational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This follows Rognan, Grigoroglou and Bhattasali (CogSci 2026), who used masked language models as psycholinguistic test subjects for event order across English, Norwegian and Greek.
2. I would use matched monolingual models (English BERT and Chinese BERT, then larger LLMs) and cloze items built from my human stimuli: which result complement a model predicts in 他把橙子搅[MASK]了, and which determiner in “She cut [MASK] orange”.
3. A second test targets culmination: in 他切了橙子，但是[MASK], does the model allow the result to be cancelled, as Mandarin speakers do, and does it not in English?
4. Model scores are compared with three human benchmarks: my Exp 1 descriptions, the adult result-likelihood ratings, and children’s judgments. Where models match adults, text is enough; where children differ from models, that shows what experience adds.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Year 1: the model study, which is fast and builds on existing stimuli, and the Mandarin child sample for Direction 1.
2. Year 2: the English sample and follow-up for Direction 1, and the training study for Direction 2.
3. Throughout: publish the thesis papers, apply for funding, and mentor students.
4. Together these move from correspondence to development, learning and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Methods: video stimuli, child testing, Bayesian modelling.
2. Projects: I led a field project at CAS and ran a preregistered multi-experiment thesis.
3. Fit: event language in development, Mandarin–English expertise, and both experiments and models.
4. Thank you, and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Event Language to Relational Learning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How language packages action–result relations in adults and children</a:t>
            </a:r>
            <a:endParaRPr lang="en-US" sz="22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Xiaotao Liu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PhD candidate, Applied Linguistics, University of Auckland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Tsinghua Child Cognition Center ·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question across my work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4864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same event, two descriptions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945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擦  cā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“wipe”: action only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375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擦干净  cā-gānjìng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“wipe clean”: action + result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5720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Does this shape what speakers attend to, and what children learn?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58368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146304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Adults (PhD)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 vs. Mandarin event processing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583680" y="2971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8368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360920" y="292608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Children (with Yue Ji)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Interpreting and describing results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0" y="44348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7360920" y="438912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Next: three directions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Development, training, models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PhD: Does encoding align with event processing?</a:t>
            </a:r>
            <a:endParaRPr lang="en-US" sz="3000" dirty="0"/>
          </a:p>
        </p:txBody>
      </p:sp>
      <p:pic>
        <p:nvPicPr>
          <p:cNvPr id="4" name="Image 0" descr="/tmp/claude-0/-home-user-claude/12fa8dee-b419-5de1-b9d8-ad8a73869b32/scratchpad/fram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114117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558491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44 matched videos: each object cut or blended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7498080" y="1325880"/>
            <a:ext cx="41449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Cutting: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clear endpoint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Blending: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endpoint depends on the goal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48640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Encoding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1: describe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videos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002938" y="4297680"/>
            <a:ext cx="32004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6"/>
          <p:cNvSpPr/>
          <p:nvPr/>
        </p:nvSpPr>
        <p:spPr>
          <a:xfrm>
            <a:off x="4414418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643018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Processing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2: interruption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detection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3: boundary tapping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868717" y="4297680"/>
            <a:ext cx="32004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3" name="Shape 9"/>
          <p:cNvSpPr/>
          <p:nvPr/>
        </p:nvSpPr>
        <p:spPr>
          <a:xfrm>
            <a:off x="8280197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508797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Malleability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4–5: lexical and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phrasal priming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1: The languages encode the same events differently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0350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914400" y="5120640"/>
            <a:ext cx="228600" cy="2286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123444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2651760" y="5120640"/>
            <a:ext cx="228600" cy="2286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297180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949440" y="1371600"/>
            <a:ext cx="469361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178040" y="1554480"/>
            <a:ext cx="4236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Quantized NPs (“an apple”)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68% vs. Mandarin 13%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949440" y="3337560"/>
            <a:ext cx="469361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178040" y="3520440"/>
            <a:ext cx="4236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Resultatives in blending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17% vs. Mandarin 44%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77240" y="55778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 marks the object and cutting endpoints; Mandarin marks result states.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2–3: Processing lines up with encoding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0350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914400" y="5120640"/>
            <a:ext cx="228600" cy="2286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123444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2651760" y="5120640"/>
            <a:ext cx="228600" cy="2286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297180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137160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Exp 3: where does cutting end?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2880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End tap after the physical endpoint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2377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+25 ms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9692640" y="2377440"/>
            <a:ext cx="1950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+887 ms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9692640" y="3383280"/>
            <a:ext cx="1950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949440" y="448056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Difference: 862 ms, p = .005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55778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Word-level contrasts match event phases; telicity matches endpoints.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4–5: Patterns recurred; primes did not shift them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1860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486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What recurred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early-blending advantage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earlier cutting endpoints in every context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Wider Mandarin start-to-end intervals (exploratory)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324448" y="1371600"/>
            <a:ext cx="531860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53048" y="1554480"/>
            <a:ext cx="486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What did not happen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Predicted priming effects (BF₀₁ ≈ 1000)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Telic phrases moving endpoints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Mandarin late-blending advantage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475488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47548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Stable language–processing links, but not caused by one brief cue.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Children: “Did she peel it?” (with Yue Ji)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5760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10 action pairs, result attained or not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4-year-olds, 5-year-olds, adults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Judge: “Tā bāo-le lìzhī ma?”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Describe: “What happened?”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862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Lychee open: result likelihood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891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剥 bāo “peel”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43891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捏 niē “squeeze”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675120" y="1371600"/>
            <a:ext cx="4967935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03720" y="1554480"/>
            <a:ext cx="45107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Key idea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Result strength belongs to the action–object–result relation, not only the verb.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75120" y="3657600"/>
            <a:ext cx="4967935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903720" y="3840480"/>
            <a:ext cx="45107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Test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Higher likelihood, more rejection of “bāo” when the lychee stays closed.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From the thesis to three questions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13258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Open question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13258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Approach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19842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87452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When do these differences emerge?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7863840" y="1874520"/>
            <a:ext cx="377921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046720" y="1874520"/>
            <a:ext cx="3413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Direction 1: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Development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303580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3035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9260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Can sustained language change processing?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7863840" y="2926080"/>
            <a:ext cx="377921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46720" y="2926080"/>
            <a:ext cx="3413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Direction 2: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Training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08736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087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39776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Is linguistic input alone enough?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7863840" y="3977640"/>
            <a:ext cx="377921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46720" y="3977640"/>
            <a:ext cx="3413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Direction 3: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Language models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77240" y="525780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limits of the thesis become the research plan.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Direction 1: When does language shape event processing?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Design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8288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 and English children, ages 3–6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60604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cutting and blending videos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3383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Describe the events: each child’s encoding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41605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Tap “when it’s done” and anticipatory looking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223760" y="1371600"/>
            <a:ext cx="4419295" cy="356616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452360" y="1554480"/>
            <a:ext cx="39620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Key tests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Age when group differences appear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Does a child’s own resultative use predict endpoints?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6-month follow-up: does language come first?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525780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Developmental timing tests the causal role that brief primes could not.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Direction 2: Can sustained language change processing?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Pre-test  ·  3 training sessions  ·  Post-test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Training language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Example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切开了 · 搅碎了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Action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切一切 · 搅一搅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 videos, no words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931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Test: boundary tapping and interruption detection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Transfer to new event types (peel, fold)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223760" y="1371600"/>
            <a:ext cx="441929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452360" y="1554480"/>
            <a:ext cx="39620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Builds 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Brief primes: no shift (BF₀₁ ≈ 1000)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223760" y="3154680"/>
            <a:ext cx="441929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52360" y="3337560"/>
            <a:ext cx="3962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Prediction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Result training moves endpoints and transfers to new events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77240" y="525780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Transfer would show children learned “result” as a relation, not a word.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Direction 3: Can language models learn these patterns?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Models as test subjects (Rognan et al., 2026)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8288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Matched English and Chinese BERT, then larger LLMs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60604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Encoding: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他把橙子搅[MASK]了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3383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Culmination: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他切了橙子，但是[MASK]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41605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Compare with my human data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223760" y="1371600"/>
            <a:ext cx="441929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452360" y="1554480"/>
            <a:ext cx="3962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Human benchmarks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1 descriptions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Adult result ratings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Children’s judgments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223760" y="3337560"/>
            <a:ext cx="441929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52360" y="3520440"/>
            <a:ext cx="39620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Asks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Is text enough for language-specific event knowledge?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77240" y="525780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Where models diverge from children shows what experience adds to text.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two-year plan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Year 1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Direction 3: model study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Direction 1: Mandarin children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Two papers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61253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1253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383938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12538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Year 2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Direction 1: English sample, follow-up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Direction 2: training study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447837" y="14630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447837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19237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447837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Throughout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Thesis papers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Grant applications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Mentoring students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8920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48920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From correspondence to development, learning and input.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I would bring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Methods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Video stimuli and norming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Child testing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Bayesian GLMMs, R, Python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4383938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Projects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Led a CAS field project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Preregistered experiments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Teaching research methods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19237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Fit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Event language in development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Mandarin–English expertise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Experiments and models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Thank you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xtliu0516@yeah.net  ·  xiaotaoliu.owlstown.net</a:t>
            </a:r>
            <a:endParaRPr lang="en-US" sz="18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ent Relations">
  <a:themeElements>
    <a:clrScheme name="Event Relations">
      <a:dk1>
        <a:srgbClr val="1F2A30"/>
      </a:dk1>
      <a:lt1>
        <a:srgbClr val="FFFFFF"/>
      </a:lt1>
      <a:dk2>
        <a:srgbClr val="1E4D4A"/>
      </a:dk2>
      <a:lt2>
        <a:srgbClr val="EEF3F2"/>
      </a:lt2>
      <a:accent1>
        <a:srgbClr val="1E4D4A"/>
      </a:accent1>
      <a:accent2>
        <a:srgbClr val="D9703A"/>
      </a:accent2>
      <a:accent3>
        <a:srgbClr val="5B7083"/>
      </a:accent3>
      <a:accent4>
        <a:srgbClr val="8FB8B0"/>
      </a:accent4>
      <a:accent5>
        <a:srgbClr val="C9D6D3"/>
      </a:accent5>
      <a:accent6>
        <a:srgbClr val="A44A3F"/>
      </a:accent6>
      <a:hlink>
        <a:srgbClr val="1E4D4A"/>
      </a:hlink>
      <a:folHlink>
        <a:srgbClr val="5B7083"/>
      </a:folHlink>
    </a:clrScheme>
    <a:fontScheme name="Event Relations">
      <a:majorFont>
        <a:latin typeface="Cambria"/>
        <a:ea typeface="SimSun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/>
        <a:ea typeface="SimSun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Event Language to Relational Learning</dc:title>
  <dc:subject>PptxGenJS Presentation</dc:subject>
  <dc:creator>Xiaotao Liu</dc:creator>
  <cp:lastModifiedBy>Xiaotao Liu</cp:lastModifiedBy>
  <cp:revision>1</cp:revision>
  <dcterms:created xsi:type="dcterms:W3CDTF">2026-10-10T02:53:54Z</dcterms:created>
  <dcterms:modified xsi:type="dcterms:W3CDTF">2026-10-10T02:53:54Z</dcterms:modified>
</cp:coreProperties>
</file>