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A30"/>
                </a:solidFill>
                <a:latin typeface="+mn-lt"/>
              </a:rPr>
              <a:t>Telic (endpoint) descriptions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Cutting</c:v>
                  </c:pt>
                  <c:pt idx="1">
                    <c:v>Blending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79.2</c:v>
                </c:pt>
                <c:pt idx="1">
                  <c:v>16.6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Mandarin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Cutting</c:v>
                  </c:pt>
                  <c:pt idx="1">
                    <c:v>Blending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51.2</c:v>
                </c:pt>
                <c:pt idx="1">
                  <c:v>43.7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A30"/>
                </a:solidFill>
                <a:latin typeface="+mn-lt"/>
              </a:rPr>
              <a:t>Exp 2: detecting interruptions in blending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Early</c:v>
                  </c:pt>
                  <c:pt idx="1">
                    <c:v>Late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79.3</c:v>
                </c:pt>
                <c:pt idx="1">
                  <c:v>63.3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Mandarin</c:v>
                </c:pt>
              </c:strCache>
            </c:strRef>
          </c:tx>
          <c:spPr>
            <a:solidFill>
              <a:srgbClr val="D970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Early</c:v>
                  </c:pt>
                  <c:pt idx="1">
                    <c:v>Late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58.5</c:v>
                </c:pt>
                <c:pt idx="1">
                  <c:v>79.7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8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Thank you for having me. In the next 13 minutes I will show how my work on event language in adults and children leads to the question I want to pursue in your group: how language helps children learn relations.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[0:30–1:45] Mandarin gives a clean contrast: cā names only the action; cā-gānjìng names the action and the result it brings about. My work asks whether this kind of difference matters for cognition. Three parts: adults in my PhD, children in my collaboration with Yue Ji, and the project I would like to build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[1:45–2:45] Matched videos of the same object being cut or blended. Cutting has a clear endpoint; blending does not, and norming confirmed this. Three steps: how speakers describe the events (20 + 20), whether their processing differs in the same direction (interruption detection 64 + 64; boundary tapping 20 + 20), and whether brief language cues can shift that processing (60 + 60; 36 + 36).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[2:45–4:00] Descriptions show a crossover. English descriptions are more often telic for cutting (79% vs. 51%), Mandarin for blending (44% vs. 17%). Locally, English speakers mark the object with quantized noun phrases, while Mandarin speakers use resultatives for blending. So the two languages make different parts of the same event prominent.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[4:00–5:30] In interruption detection, English speakers were better at catching early interruptions in blending, Mandarin speakers at late ones (three-way interaction χ²(2) = 6.46, p = .040), which mirrors object marking versus result marking. In boundary tapping, English speakers placed the end of cutting events almost at the physical endpoint, Mandarin speakers almost a second later (95% CI [−1455, −268] ms), matching the stronger English telicity for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[5:30–6:30] Part of the cross-linguistic pattern replicated, but the preregistered priming predictions were not supported, and the Bayes factor favours the null for the key interaction. I read this as: the link is real but not produced by a one-off cue. If language shapes event representation, it more likely does so over time, through learning. That is a developmental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[6:30–7:15] Encoding and processing correspond at two levels: words with event phases, predicates with endpoints. But brief cues did not cause shifts, I tested only two event types, and only adults. If language shapes event representations, it should do so through learning, so the next step is children and sustained, meaningful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[7:15–9:00] Children often reject 'she peeled the lychee' when it is not open, more than adults do. We propose that this depends on the specific action–result relation: peeling is very likely to open a lychee, squeezing less so. Ten matched pairs and 40 videos; 32 four-year-olds, 32 five-year-olds and 40 adults in each experiment. Adult ratings of result likelihood and action typicality are the predictors. [Give the main result here, or say: data are collected and the analysis is in progress.] The point for today: children are already tracking relations between actions and results. I also have a sole-authored corpus paper on superordinate nouns in Mandarin child-directed speech, at minor revision in Language and Cognition.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[9:00–10:00] This is where my work meets yours. Wiping a mirror clean and rinsing a cup clean share no objects or actions, only a causal relation. Your work shows that relational language makes relations explicit and portable. Mandarin resultatives are relational language for events, so they give us a natural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[10:00–11:30] Children see a standard event and choose between a relational match, with a new action and object but the same result, and a surface match, with the same action and object but no result. This is a cross-mapping design. Language varies between conditions. If naming the result highlights the relation, children in the result-named condition should choose relational matches more and transfer them to new objects and actions. A result-word-only control separates the relation from the result state itself. Analysis: preregistered Bayesian GLMMs with participants and items as random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[11:30–12:30] Building on the first study: comparison and explanation as learning tools, parent–child interaction as the natural setting where relational talk happens, and a comparison with AI systems, using the same matching and transfer tasks, to ask what children use that models do not. Cross-linguistic comparison comes second, because Mandarin–English differences also involve culture and schooling.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[12:30–13:30] To sum up: my work connects how language encodes events with how people process and learn them, and I would like to take that into relational learning in children, here. Thank you, and I am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From Event Language to Relational Learning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How language packages action–result relations in adults and children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Xiaotao Liu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PhD candidate, Applied Linguistics, University of Auckland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Tsinghua Child Cognition Center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question across my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same event, two descriptions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擦  cā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“wipe”: action only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擦干净  cā-gānjìng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“wipe clean”: action + result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7200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Does this shape what speakers attend to, and what children learn?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8368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146304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Adults (PhD)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vs. Mandarin event processing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83680" y="2971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92608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Children (with Yue Ji)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Interpreting and describing results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83680" y="4434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4389120"/>
            <a:ext cx="4282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Next: your group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Language and relational learning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PhD: Does encoding align with event processing?</a:t>
            </a:r>
            <a:endParaRPr lang="en-US" sz="3000" dirty="0"/>
          </a:p>
        </p:txBody>
      </p:sp>
      <p:pic>
        <p:nvPicPr>
          <p:cNvPr id="3" name="Image 0" descr="/tmp/claude-0/-home-user-claude/12fa8dee-b419-5de1-b9d8-ad8a73869b32/scratchpad/fr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114117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55849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44 matched videos: each object cut or blended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325880"/>
            <a:ext cx="41449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Cutting: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clear endpoint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Blending: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endpoint depends on the goal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Encoding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1: describe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 videos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002938" y="4297680"/>
            <a:ext cx="3200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9" name="Shape 6"/>
          <p:cNvSpPr/>
          <p:nvPr/>
        </p:nvSpPr>
        <p:spPr>
          <a:xfrm>
            <a:off x="4414418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643018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Processing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2: interruption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detection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3: boundary tapping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868717" y="4297680"/>
            <a:ext cx="3200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2" name="Shape 9"/>
          <p:cNvSpPr/>
          <p:nvPr/>
        </p:nvSpPr>
        <p:spPr>
          <a:xfrm>
            <a:off x="8280197" y="3291840"/>
            <a:ext cx="336285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8797" y="3474720"/>
            <a:ext cx="29056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Malleability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Exp 4–5: lexical and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phrasal priming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1: The languages encode the same events differently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0350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512064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23444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651760" y="5120640"/>
            <a:ext cx="228600" cy="228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97180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949440" y="1371600"/>
            <a:ext cx="469361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178040" y="1554480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Quantized NPs (“an apple”)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68% vs. Mandarin 13%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949440" y="3337560"/>
            <a:ext cx="469361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178040" y="3520440"/>
            <a:ext cx="4236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Resultatives in blending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17% vs. Mandarin 44%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5577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marks the object and cutting endpoints; Mandarin marks result states.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2–3: Processing lines up with encoding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0350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512064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23444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651760" y="5120640"/>
            <a:ext cx="228600" cy="2286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971800" y="5029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137160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Exp 3: where does cutting end?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182880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End tap after the physical endpoint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3774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+25 ms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2377440"/>
            <a:ext cx="1950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+887 ms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0" y="3383280"/>
            <a:ext cx="1950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Mandarin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480560"/>
            <a:ext cx="4693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Difference: 862 ms, p = .005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5577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Word-level contrasts match event phases; telicity matches endpoints.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Exp 4–5: Patterns recurred; primes did not shift them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1860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What recurred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early-blending advantage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English earlier cutting endpoints in every context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Wider Mandarin start-to-end intervals (exploratory)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371600"/>
            <a:ext cx="531860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53048" y="1554480"/>
            <a:ext cx="48614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What did not happen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Predicted priming effects (BF₀₁ ≈ 1000)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Telic phrases moving endpoints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Mandarin late-blending advantage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47548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Stable language–processing links, but not caused by one brief cue.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the thesis leaves open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34238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Finding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Encoding and processing correspond at two levels.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38393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38393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383938" y="2194560"/>
            <a:ext cx="34238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Limit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Brief cues did not cause shifts; adults only.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19237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19237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19237" y="2194560"/>
            <a:ext cx="34238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Open question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If language shapes events, it should do so through learning.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Next: how children learn action–result relations from language.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Children: “Did she peel it?” (with Yue Ji)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760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action pairs, result attained or not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4-year-olds, 5-year-olds, adults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Judge: “Tā bāo-le lìzhī ma?”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Describe: “What happened?”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Lychee open: result likelihood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剥 bāo “peel”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43891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捏 niē “squeeze”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675120" y="1371600"/>
            <a:ext cx="496793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903720" y="1554480"/>
            <a:ext cx="4510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Key idea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Result strength belongs to the action–object–result relation, not only the verb.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3657600"/>
            <a:ext cx="496793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3840480"/>
            <a:ext cx="45107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Test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Higher likelihood, more rejection of “bāo” when the lychee stays closed.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 action–result is a relation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擦 wipe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46304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651760" y="146304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5176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镜子 mirror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16552" y="1755648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46304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54880" y="146304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干净 clean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6517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冲 rinse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65176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51760" y="265176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51760" y="26517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杯子 cup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416552" y="2944368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65176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6517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干净 clean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931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Different action and object, same relation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1463040"/>
            <a:ext cx="460217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Verbs are relational terms (Gentner, 1982)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Relational language makes relations explicit (Christie &amp; Gentner, 2014)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RVCs name the relation in one word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Does naming the result help children transfer the relation?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Proposed study: Does naming the result help?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8132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Standard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Sponge wipes table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Result: clean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0" y="137160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80360" y="148132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Relational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Brush scrubs shoe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Result: clean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937760" y="137160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74920" y="1481328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Surface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Sponge wipes table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Result: still dirty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5468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Relation vs. surface similarity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Condition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Result named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她把桌子擦干净了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Action only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她在擦桌子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Neutral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看这个！</a:t>
                      </a:r>
                      <a:endParaRPr lang="en-US" sz="18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223760" y="1371600"/>
            <a:ext cx="4419295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52360" y="1554480"/>
            <a:ext cx="39620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Who and how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Ages 3–5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Match, predict, transfer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223760" y="3520440"/>
            <a:ext cx="4419295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52360" y="3703320"/>
            <a:ext cx="396209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Prediction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Result named &gt; action only ≈ neutral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Control: “桌子干净了”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Further directions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Comparison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 aligned examples and explanation prompts help children generalize?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1253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253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83938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2538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Parent–child play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How does relational talk shape attention and exploration?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447837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47837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19237" y="2194560"/>
            <a:ext cx="3423818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47837" y="2377440"/>
            <a:ext cx="296661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Children and AI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Same tasks for children and models: which cues drive transfer?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8920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Takeaway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Within-language manipulations first; cross-linguistic evidence second.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5508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8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I would bring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Methods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Video stimuli and norming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Child testing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Bayesian GLMMs, R, Python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383938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Projects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Led a CAS field project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Preregistered experiments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Teaching research methods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19237" y="1600200"/>
            <a:ext cx="34238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4"/>
                </a:solidFill>
              </a:rPr>
              <a:t>Fit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Event language and relations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Mandarin–English expertise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Applied partnerships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Thank you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xtliu0516@yeah.net  ·  xiaotaoliu.owlstown.net</a:t>
            </a:r>
            <a:endParaRPr lang="en-US" sz="18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3108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548640" y="46634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ent Relations">
  <a:themeElements>
    <a:clrScheme name="Event Relations">
      <a:dk1>
        <a:srgbClr val="1F2A30"/>
      </a:dk1>
      <a:lt1>
        <a:srgbClr val="FFFFFF"/>
      </a:lt1>
      <a:dk2>
        <a:srgbClr val="1E4D4A"/>
      </a:dk2>
      <a:lt2>
        <a:srgbClr val="EEF3F2"/>
      </a:lt2>
      <a:accent1>
        <a:srgbClr val="1E4D4A"/>
      </a:accent1>
      <a:accent2>
        <a:srgbClr val="D9703A"/>
      </a:accent2>
      <a:accent3>
        <a:srgbClr val="5B7083"/>
      </a:accent3>
      <a:accent4>
        <a:srgbClr val="8FB8B0"/>
      </a:accent4>
      <a:accent5>
        <a:srgbClr val="C9D6D3"/>
      </a:accent5>
      <a:accent6>
        <a:srgbClr val="A44A3F"/>
      </a:accent6>
      <a:hlink>
        <a:srgbClr val="1E4D4A"/>
      </a:hlink>
      <a:folHlink>
        <a:srgbClr val="5B7083"/>
      </a:folHlink>
    </a:clrScheme>
    <a:fontScheme name="Event Relations">
      <a:majorFont>
        <a:latin typeface="Cambria"/>
        <a:ea typeface="SimSun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/>
        <a:ea typeface="SimSun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Event Language to Relational Learning</dc:title>
  <dc:subject>PptxGenJS Presentation</dc:subject>
  <dc:creator>Xiaotao Liu</dc:creator>
  <cp:lastModifiedBy>Xiaotao Liu</cp:lastModifiedBy>
  <cp:revision>1</cp:revision>
  <dcterms:created xsi:type="dcterms:W3CDTF">2026-10-10T02:29:20Z</dcterms:created>
  <dcterms:modified xsi:type="dcterms:W3CDTF">2026-10-10T02:29:20Z</dcterms:modified>
</cp:coreProperties>
</file>