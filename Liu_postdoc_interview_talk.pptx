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A30"/>
                </a:solidFill>
                <a:latin typeface="+mn-lt"/>
              </a:rPr>
              <a:t>Telic (endpoint) descriptions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Cutting</c:v>
                  </c:pt>
                  <c:pt idx="1">
                    <c:v>Blending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79.2</c:v>
                </c:pt>
                <c:pt idx="1">
                  <c:v>16.6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Mandarin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Cutting</c:v>
                  </c:pt>
                  <c:pt idx="1">
                    <c:v>Blending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51.2</c:v>
                </c:pt>
                <c:pt idx="1">
                  <c:v>43.7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A30"/>
                </a:solidFill>
                <a:latin typeface="+mn-lt"/>
              </a:rPr>
              <a:t>Exp 2: detecting interruptions in blending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Early</c:v>
                  </c:pt>
                  <c:pt idx="1">
                    <c:v>Late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79.3</c:v>
                </c:pt>
                <c:pt idx="1">
                  <c:v>63.3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Mandarin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Early</c:v>
                  </c:pt>
                  <c:pt idx="1">
                    <c:v>Late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58.5</c:v>
                </c:pt>
                <c:pt idx="1">
                  <c:v>79.7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Thank you for having me.
2. I will show how my work on event language in adults and children leads to the question I want to pursue in your group.
3. That question is how language helps children learn relations.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Mandarin gives a clean contrast: cā names only the action; cā-gānjìng names the action and its result.
2. My work asks whether this kind of difference matters for cognition.
3. Part one: adults, in my PhD.
4. Part two: children, with Yue Ji. Part three: the project I would like to build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Matched videos of the same object being cut or blended.
2. Cutting has a clear endpoint; blending does not. Norming confirmed this.
3. Step 1: how speakers describe the events (20 English, 20 Mandarin).
4. Step 2: whether processing differs in the same direction (interruption detection 64 + 64; boundary tapping 20 + 20). Step 3: whether brief language cues can shift it (60 + 60; 36 + 36).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Telicity shows a crossover: English is more telic for cutting (79% vs. 51%), Mandarin for blending (44% vs. 17%).
2. English speakers mark the object with quantized noun phrases (68% vs. 13%).
3. Mandarin speakers use resultatives for blending (44% vs. 17%).
4. So the two languages make different parts of the same event prominent.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Interruption detection: English speakers caught early interruptions in blending better, Mandarin speakers late ones (χ²(2) = 6.46, p = .040).
2. This mirrors object marking versus result marking.
3. Boundary tapping: English speakers ended cutting events near the physical endpoint, Mandarin speakers almost a second later (95% CI [−1455, −268] ms).
4. This matches the stronger English telicity for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Part of the cross-linguistic pattern replicated.
2. The preregistered priming predictions were not supported; the Bayes factor favours the null for the key interaction.
3. So the link is real, but a one-off cue does not produce it.
4. If language shapes event representation, it more likely does so over time, through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Finding: encoding and processing correspond at two levels, words with event phases and predicates with endpoints.
2. Limit: brief cues did not cause shifts; two event types; adults only.
3. Open question: if language shapes events, it should do so through learning.
4. So the next step is children and sustained, meaningful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Children often reject “she peeled the lychee” when it is not open, more than adults do.
2. We propose this depends on the specific action–result relation: peeling very likely opens a lychee, squeezing less so.
3. Ten matched pairs, 40 videos; 32 four-year-olds, 32 five-year-olds and 40 adults per experiment; adult ratings of likelihood and typicality as predictors.
4. [Main result here, or: data are collected and analysis is in progress.] Children already track relations between actions and results. I also have a corpus paper on superordinate nouns, at minor revision in Language and 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Wiping a mirror clean and rinsing a cup clean share no object or action, only a causal relation.
2. Verbs are relational terms, and your work shows that relational language makes relations explicit and portable.
3. Mandarin resultatives are relational language for events, so they are a natural test case.
4. Two questions follow: does naming the result help, and do comparison and explanation make it general?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Learning: children watch a causal event described with the result named, the action only, or no label. Videos follow the method I used in my PhD and child study.
2. Test, without language: a relational match (rinse a cup clean) against two foils, same action without the result, and same end state without the action.
3. Measures: relational matching, prediction of what happens next, and transfer to new objects and actions. Ages 3–5, within Mandarin, so language is manipulated rather than confounded with culture.
4. Prediction: result named &gt; action only ≈ no label, strongest against the same-action foil. Preregistered Bayesian GLMMs, sample size by simulation-based power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Builds on your finding that comparison helps children learn relations (Christie &amp; Gentner, 2010).
2. 2 × 2 design: one event vs. two aligned events, with or without an explanation prompt (“为什么会干净？”). Result-named language from Direction 1 is held constant.
3. Transfer to new objects, actions and contexts, varying surface similarity separately from the relation.
4. Prediction: comparison beats one event, and explanation adds most when surface similarity is low, that is, for far transfer.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Year 1: Direction 1, two preregistered experiments and one paper.
2. Year 2: Direction 2, plus pilots on parent–child play and a children vs. AI comparison using the same tasks.
3. Throughout: publish the thesis papers, apply for funding, and mentor students.
4. Together these test three learning tools for event relations: naming, comparing and explaining.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Methods: video stimuli, child testing, Bayesian modelling.
2. Projects: I led a field project at CAS and ran a preregistered multi-experiment thesis.
3. Fit: event language meets relational learning, with Mandarin–English expertise.
4. Thank you, and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Event Language to Relational Learning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How language packages action–result relations in adults and children</a:t>
            </a:r>
            <a:endParaRPr lang="en-US" sz="22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Xiaotao Liu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PhD candidate, Applied Linguistics, University of Auckland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Tsinghua Child Cognition Center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question across my work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same event, two descriptions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945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擦  cā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“wipe”: action only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擦干净  cā-gānjìng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“wipe clean”: action + result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720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Does this shape what speakers attend to, and what children learn?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146304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Adults (PhD)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vs. Mandarin event processing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583680" y="2971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8368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360920" y="292608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Children (with Yue Ji)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Interpreting and describing results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0" y="4434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7360920" y="438912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Next: your group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Language and relational learning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PhD: Does encoding align with event processing?</a:t>
            </a:r>
            <a:endParaRPr lang="en-US" sz="3000" dirty="0"/>
          </a:p>
        </p:txBody>
      </p:sp>
      <p:pic>
        <p:nvPicPr>
          <p:cNvPr id="4" name="Image 0" descr="/tmp/claude-0/-home-user-claude/12fa8dee-b419-5de1-b9d8-ad8a73869b32/scratchpad/fr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11411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55849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44 matched videos: each object cut or blended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7498080" y="1325880"/>
            <a:ext cx="41449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Cutting: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clear endpoint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Blending: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endpoint depends on the goal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48640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Encoding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1: describe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videos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002938" y="4297680"/>
            <a:ext cx="3200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6"/>
          <p:cNvSpPr/>
          <p:nvPr/>
        </p:nvSpPr>
        <p:spPr>
          <a:xfrm>
            <a:off x="4414418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643018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Processing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2: interruption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detection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3: boundary tapping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868717" y="4297680"/>
            <a:ext cx="3200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3" name="Shape 9"/>
          <p:cNvSpPr/>
          <p:nvPr/>
        </p:nvSpPr>
        <p:spPr>
          <a:xfrm>
            <a:off x="8280197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508797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Malleability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4–5: lexical and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phrasal priming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1: The languages encode the same events differently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0350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914400" y="512064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123444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2651760" y="5120640"/>
            <a:ext cx="228600" cy="228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297180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949440" y="1371600"/>
            <a:ext cx="469361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178040" y="1554480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Quantized NPs (“an apple”)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68% vs. Mandarin 13%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949440" y="3337560"/>
            <a:ext cx="469361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178040" y="3520440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Resultatives in blending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17% vs. Mandarin 44%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77240" y="5577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marks the object and cutting endpoints; Mandarin marks result states.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2–3: Processing lines up with encoding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0350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914400" y="512064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123444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2651760" y="5120640"/>
            <a:ext cx="228600" cy="228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297180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137160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Exp 3: where does cutting end?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2880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End tap after the physical endpoint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2377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+25 ms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9692640" y="2377440"/>
            <a:ext cx="1950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+887 ms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3383280"/>
            <a:ext cx="1950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949440" y="448056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Difference: 862 ms, p = .005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5577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Word-level contrasts match event phases; telicity matches endpoints.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4–5: Patterns recurred; primes did not shift them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1860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What recurred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early-blending advantage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earlier cutting endpoints in every context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Wider Mandarin start-to-end intervals (exploratory)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324448" y="1371600"/>
            <a:ext cx="531860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53048" y="15544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What did not happen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Predicted priming effects (BF₀₁ ≈ 1000)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Telic phrases moving endpoints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Mandarin late-blending advantage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475488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47548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Stable language–processing links, but not caused by one brief cue.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the thesis leaves open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34238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Finding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Encoding and processing correspond at two levels.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38393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38393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383938" y="2194560"/>
            <a:ext cx="34238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Limit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Brief cues did not cause shifts; adults only.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19237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19237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19237" y="2194560"/>
            <a:ext cx="34238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Open question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If language shapes events, it should do so through learning.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48056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7240" y="44805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Next: how children learn action–result relations from language.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Children: “Did she peel it?” (with Yue Ji)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5760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action pairs, result attained or not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4-year-olds, 5-year-olds, adults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Judge: “Tā bāo-le lìzhī ma?”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Describe: “What happened?”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862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Lychee open: result likelihood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891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剥 bāo “peel”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43891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捏 niē “squeeze”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675120" y="1371600"/>
            <a:ext cx="496793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03720" y="1554480"/>
            <a:ext cx="4510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Key idea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Result strength belongs to the action–object–result relation, not only the verb.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75120" y="3657600"/>
            <a:ext cx="496793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903720" y="3840480"/>
            <a:ext cx="4510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Test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Higher likelihood, more rejection of “bāo” when the lychee stays closed.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 action–result is a relation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擦 wipe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2240280" y="146304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2651760" y="146304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5176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镜子 mirror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16552" y="1755648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0" name="Shape 7"/>
          <p:cNvSpPr/>
          <p:nvPr/>
        </p:nvSpPr>
        <p:spPr>
          <a:xfrm>
            <a:off x="4754880" y="146304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5488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干净 clean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65176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6517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冲 rinse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265176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2651760" y="265176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651760" y="26517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杯子 cup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416552" y="2944368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8" name="Shape 15"/>
          <p:cNvSpPr/>
          <p:nvPr/>
        </p:nvSpPr>
        <p:spPr>
          <a:xfrm>
            <a:off x="4754880" y="265176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754880" y="26517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干净 clean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931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Different action and object, same relation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1463040"/>
            <a:ext cx="460217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Verbs are relational terms (Gentner, 1982)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Relational language makes relations explicit (Christie &amp; Gentner, 2014)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RVCs name the relation in one word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Does naming help? Do comparison and explanation make it general?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Direction 1: Does naming the result help?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  Watch an event (language varies)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Result named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她把镜子擦干净了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Action only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她在擦镜子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No label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看这个！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337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  Which one is like it? (no language)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840480"/>
            <a:ext cx="1965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85800" y="395020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Relational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冲杯子，干净了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2720340" y="3840480"/>
            <a:ext cx="1965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857500" y="395020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Same action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擦镜子，没干净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892040" y="3840480"/>
            <a:ext cx="1965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0" y="395020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Same end state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干净的杯子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7223760" y="1371600"/>
            <a:ext cx="441929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52360" y="1554480"/>
            <a:ext cx="396209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Measures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Match: relational choice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Predict: what happens next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Transfer: new objects, actions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7223760" y="3611880"/>
            <a:ext cx="4419295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52360" y="3794760"/>
            <a:ext cx="3962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Ages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3–5, within Mandarin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77240" y="52578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Prediction: result named &gt; action only ≈ no label, most against action foils.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Direction 2: Do comparison and explanation help?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  Learning: 2 × 2 design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194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No prompt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“为什么会干净？”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One event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Explain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Two aligned events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Compare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Compare + explain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52044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  Transfer test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97764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New objects, actions and contexts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Surface similarity varied separately from the relation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223760" y="1371600"/>
            <a:ext cx="4419295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452360" y="1554480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Builds 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Comparison: Christie &amp; Gentner (2010)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1 language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223760" y="3383280"/>
            <a:ext cx="4419295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452360" y="3566160"/>
            <a:ext cx="3962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Asks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When do children use the relation, not appearance?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77240" y="52578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Prediction: comparison &gt; one event; explanation adds most for far transfer.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two-year plan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Year 1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1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preregistered experiments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One paper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61253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1253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383938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12538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Year 2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2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Pilot: parent–child play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Pilot: children vs. AI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447837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47837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19237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447837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Throughout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Thesis papers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Grant applications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Mentoring students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8920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48920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Three learning tools for event relations: naming, comparing, explaining.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I would bring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Methods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Video stimuli and norming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Child testing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Bayesian GLMMs, R, Python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4383938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Projects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Led a CAS field project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Preregistered experiments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Teaching research methods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19237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Fit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Event language and relations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Mandarin–English expertise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Applied partnerships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Thank you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xtliu0516@yeah.net  ·  xiaotaoliu.owlstown.net</a:t>
            </a:r>
            <a:endParaRPr lang="en-US" sz="18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ent Relations">
  <a:themeElements>
    <a:clrScheme name="Event Relations">
      <a:dk1>
        <a:srgbClr val="1F2A30"/>
      </a:dk1>
      <a:lt1>
        <a:srgbClr val="FFFFFF"/>
      </a:lt1>
      <a:dk2>
        <a:srgbClr val="1E4D4A"/>
      </a:dk2>
      <a:lt2>
        <a:srgbClr val="EEF3F2"/>
      </a:lt2>
      <a:accent1>
        <a:srgbClr val="1E4D4A"/>
      </a:accent1>
      <a:accent2>
        <a:srgbClr val="D9703A"/>
      </a:accent2>
      <a:accent3>
        <a:srgbClr val="5B7083"/>
      </a:accent3>
      <a:accent4>
        <a:srgbClr val="8FB8B0"/>
      </a:accent4>
      <a:accent5>
        <a:srgbClr val="C9D6D3"/>
      </a:accent5>
      <a:accent6>
        <a:srgbClr val="A44A3F"/>
      </a:accent6>
      <a:hlink>
        <a:srgbClr val="1E4D4A"/>
      </a:hlink>
      <a:folHlink>
        <a:srgbClr val="5B7083"/>
      </a:folHlink>
    </a:clrScheme>
    <a:fontScheme name="Event Relations">
      <a:majorFont>
        <a:latin typeface="Cambria"/>
        <a:ea typeface="SimSun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/>
        <a:ea typeface="SimSun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Event Language to Relational Learning</dc:title>
  <dc:subject>PptxGenJS Presentation</dc:subject>
  <dc:creator>Xiaotao Liu</dc:creator>
  <cp:lastModifiedBy>Xiaotao Liu</cp:lastModifiedBy>
  <cp:revision>1</cp:revision>
  <dcterms:created xsi:type="dcterms:W3CDTF">2026-10-10T02:46:20Z</dcterms:created>
  <dcterms:modified xsi:type="dcterms:W3CDTF">2026-10-10T02:46:20Z</dcterms:modified>
</cp:coreProperties>
</file>